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HỆ THỐNG DATA PIPELINE &amp; PHÂN TÍCH DOANH THU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Báo cáo cuối kỳ: Kiến trúc hướng dịch vụ &amp; Điện toán đám mây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Giảng viên: [Tên Thầy/Cô]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Nhóm sinh viên: [Điền Tên - MSSV]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Link GitHub: [Chèn Link]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1. Đặt vấn đề &amp; Mục tiêu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Vấn đề: Phân tích liệu phong độ của CLB Arsenal có ảnh hưởng đến hành vi mua sắm đồ thể thao của fan hâm mộ hay không.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Mục tiêu: Xây dựng một Data Lakehouse tự động trên nền tảng Databricks để thu thập, xử lý và trực quan hóa dữ liệu từ Web Store và API Thể thao.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2. Thiết kế Kiến trúc Hệ thống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Kiến trúc: Medallion Architecture (Bronze - Silver - Gold)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Hạ tầng Cloud: Databricks (Compute, DBFS, Delta Lake, SQL Warehouse)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[DÁN ẢNH SƠ ĐỒ KIẾN TRÚC VÀO ĐÂY]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3. Data Ingestion (Bronze Layer)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Nhiệm vụ: Rút trích dữ liệu gốc không cấu trúc.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Triển khai: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Gọi REST API lấy dữ liệu bóng đá (JSON).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Đọc dữ liệu đơn hàng (CSV/Database).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Ghi vào định dạng Delta nguyên thủy (Raw).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[CHỤP ẢNH ĐOẠN CODE GỌI API DÁN VÀO ĐÂY]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4. Data Processing (Silver Layer)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Nhiệm vụ: Làm sạch và chuẩn hóa dữ liệu.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Triển khai: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Xử lý mảng JSON phức tạp bằng Pyspark (explode).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Ép kiểu dữ liệu (Timestamp, Integer, Boolean).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Lọc bỏ đơn hàng bị hủy (cancelled).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[CHỤP ẢNH BẢNG SILVER HOẶC CODE XỬ LÝ DÁN VÀO ĐÂY]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5. Business Logic (Gold Layer)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Nhiệm vụ: Tạo dữ liệu phục vụ báo cáo.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Triển khai: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JOIN bảng Đơn hàng và Trận đấu theo khoảng thời gian.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Tổng hợp doanh thu theo tháng, sản phẩm, và ngữ cảnh trận đấu.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[CHỤP ẢNH DANH SÁCH CÁC BẢNG GOLD DÁN VÀO ĐÂY]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32F2F"/>
                </a:solidFill>
              </a:rPr>
              <a:t>6. Tự động hóa Pipeline (Databricks Jobs)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Đã thiết lập Databricks Workflows/Jobs để chạy tự động.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Các Task được liên kết tuần tự (Depends on):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Task 1: Chạy file 01 &amp; 02 (Bronze)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Task 2: Chạy file 03 (Silver)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Task 3: Chạy file 04 (Gold)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Lên lịch chạy (Schedule) cập nhật tự động hàng ngày.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[CHỤP ẢNH GIAO DIỆN WORKFLOWS RUN SUCCESS DÁN VÀO ĐÂY]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7. Databricks SQL &amp;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Sử dụng Lakeview Dashboard trực tiếp trên Databricks.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Không cần sử dụng thêm tool BI bên thứ 3, tiết kiệm tài nguyên.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Dashboard tương tác trực tiếp với lớp dữ liệu Gold (Single Source of Truth).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[CHỤP TOÀN CẢNH CÁI DASHBOARD ĐẸP NHẤT DÁN VÀO ĐÂY]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32F2F"/>
                </a:solidFill>
              </a:rPr>
              <a:t>8. Key Insights - Ảnh hưởng của Thể thao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Doanh thu và lượng đơn hàng TĂNG MẠNH vào những ngày SAU TRẬN THẮNG của CLB Arsenal.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Phản ánh đúng hành vi khách hàng: Mua sắm nhiều hơn khi có cảm xúc tích cực.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[CHỤP ẢNH CÁI CHART 6 (ẢNH HƯỞNG TRẬN ĐẤU) DÁN VÀO ĐÂY]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9. Khó khăn &amp; Giải pháp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Khó khăn 1: Ghép nối dữ liệu bán hàng và trận đấu không có chung ID.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=&gt; Giải pháp: Dùng thuật toán JOIN theo logic thời gian.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Khó khăn 2: Quản lý chi phí Cloud Databricks.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=&gt; Giải pháp: Cấu hình Auto-termination tự tắt Cluster sau 20 phút không hoạt động.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10. Kết luận &amp; Hướng phát triển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Kết luận: Ứng dụng thành công Databricks để giải quyết bài toán Data Engineering thực tế toàn diện từ A-Z.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Hướng phát triển: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Ứng dụng Machine Learning dự đoán doanh thu tháng tới.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- Tích hợp thêm dữ liệu Streaming để xử lý Real-time.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</a:rPr>
              <a:t>Q&amp;A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Cảm ơn Thầy/Cô và các bạn đã lắng nghe!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Mời Thầy/Cô đặt câu hỏi.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2026-06-06T09:01:27Z</dcterms:created>
  <dcterms:modified xsi:type="dcterms:W3CDTF">2026-06-06T09:01:27Z</dcterms:modified>
</cp:coreProperties>
</file>